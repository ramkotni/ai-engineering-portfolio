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ca32a499-c59d-f47d-c2be-903f1dbb4b7a}">
          <p14:sldIdLst>
            <p14:sldId id="257"/>
          </p14:sldIdLst>
        </p14:section>
        <p14:section name="Architecture" id="{5feb3cef-a16a-75c0-7757-f88c4a3bb3be}">
          <p14:sldIdLst>
            <p14:sldId id="258"/>
            <p14:sldId id="259"/>
          </p14:sldIdLst>
        </p14:section>
        <p14:section name="RAG pipeline" id="{cae4671a-2bef-5b54-ec43-35bb514f051e}">
          <p14:sldIdLst>
            <p14:sldId id="260"/>
          </p14:sldIdLst>
        </p14:section>
        <p14:section name="Security" id="{cafaa8fd-ef11-a220-8770-2f3b4fc19242}">
          <p14:sldIdLst>
            <p14:sldId id="261"/>
            <p14:sldId id="262"/>
          </p14:sldIdLst>
        </p14:section>
        <p14:section name="Quality" id="{bc1bd31b-1105-c3a6-0d81-821c98932fb2}">
          <p14:sldIdLst>
            <p14:sldId id="263"/>
            <p14:sldId id="264"/>
          </p14:sldIdLst>
        </p14:section>
        <p14:section name="Operations" id="{6fd66bfc-bf18-41c7-bead-79b679cc7e0d}">
          <p14:sldIdLst>
            <p14:sldId id="265"/>
          </p14:sldIdLst>
        </p14:section>
        <p14:section name="Code" id="{1e088c99-5cbb-90be-b104-4c94a7f72281}">
          <p14:sldIdLst>
            <p14:sldId id="266"/>
          </p14:sldIdLst>
        </p14:section>
        <p14:section name="Run" id="{7d93c8c5-6e22-1efd-4926-feec1f86ff5e}">
          <p14:sldIdLst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Independent re-implementation of a payment-operations intelligence pattern on synthetic data; not employer code or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service behind three interfaces. The supervisor graph runs only the agents a request needs; numbers come from pandas, text evidence from ChromaDB.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Plans: search=[search]; rca=[search, rca (+recommendation)]; recommendation=[search, recommendation]; trend=[trend]; summary=[trend, summary].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sources get different chunking: tabular rows are already atomic, documents are chunked by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guardrails are deterministic and unit-tested; they run even when the LLM is unavailable.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Payment Operations Intelligence | portfolio prototype on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Payment Operations Intelligence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Multi-agent RCA, trends and recommendations for payment incidents - LangGraph, LangChain, ChromaDB, Ollama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Why: payment investigations are slow and manual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Scattered evidence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Incident history in CSV exports, weekly monitoring reports in HTML, rules in a runbook.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Repeated RCA work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Analysts re-investigate failures that already happened - duplicate wires, rejected ACH files, timeouts.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Leadership asks for trends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Monthly counts, severity and MTTR are compiled by hand for every review.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Ask in plain language: 'why', 'what should we do', 'is it getting worse', 'summarise for leadership' - with evidence.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Read-only by design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assistant analyses and recommends; it never releases, approves or edits payments.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Synthetic data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60 fictional incidents (Apr-Sep 2026), 3 HTML reports, 1 runbook - planted trends to find.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Architecture: supervisor + six specialist agents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Interfaces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03504" y="169164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Streamlit UI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:8501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251460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REST API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:8001/docs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210312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" y="3337560"/>
            <a:ext cx="1993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payops.cli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2514600"/>
            <a:ext cx="32004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063240" y="1280160"/>
            <a:ext cx="5120640" cy="3566160"/>
          </a:xfrm>
          <a:prstGeom prst="roundRect">
            <a:avLst>
              <a:gd name="adj" fmla="val 256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291840" y="13716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 supervisor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guard input -&gt; Intent Agent -&gt; RBAC -&gt; plan -&gt; agents -&gt; guard output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21945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46704" y="21945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Intent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classify + filters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21945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46904" y="21945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hybrid retrieval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219456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47104" y="219456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RCA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probable causes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342900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46704" y="342900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Recommend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actions + rules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342900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46904" y="342900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Trend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pandas + narrative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92240" y="342900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chemeClr val="bg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47104" y="3429000"/>
            <a:ext cx="13533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Summary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role-tailored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1280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Models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503920" y="169164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58784" y="169164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Ollama llama3.2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intent, RCA, recommendations, narrative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503920" y="2468880"/>
            <a:ext cx="310896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558784" y="246888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nomic-embed-text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embeddings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32918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Data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503920" y="3657600"/>
            <a:ext cx="150876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558784" y="3657600"/>
            <a:ext cx="1399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ChromaDB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incidents | knowledge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104120" y="3657600"/>
            <a:ext cx="150876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58984" y="3657600"/>
            <a:ext cx="1399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pandas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trend analytics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229600" y="2377440"/>
            <a:ext cx="22860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29600" y="3977640"/>
            <a:ext cx="228600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Ingestion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48640" y="53949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03504" y="53949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incidents.csv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1 doc per row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578608" y="5760720"/>
            <a:ext cx="192024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788920" y="53949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43784" y="53949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reports/*.html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-&gt; Markdown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18888" y="5760720"/>
            <a:ext cx="192024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029200" y="53949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84064" y="53949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runbook .md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rules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59168" y="5760720"/>
            <a:ext cx="192024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269480" y="53949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324344" y="53949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 chunks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sections, tables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299448" y="5760720"/>
            <a:ext cx="192024" cy="914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509760" y="539496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64624" y="5394960"/>
            <a:ext cx="1901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embed + store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2 collections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agents and what each one does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572000"/>
                <a:gridCol w="3200400"/>
                <a:gridCol w="1645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Agent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Responsibility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Tools / data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LLM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Intent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Classify into RCA, Trend, Recommendation, Summary, Search + extract category, system, months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Structured output, keyword fallback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Search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Retrieve similar historical incidents and report/rule chunks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ChromaDB hybrid (vector + BM25)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Rank probable root causes from similar failures, citing incident IDs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 results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Recommendation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Actions from past resolutions + business rules (PAY-RULES-001)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 results, rules collection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Trend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Monthly counts, severity, MTTR, month-end share, rising categories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pandas 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narrates only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Executive or operational summary depending on the caller's role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Trend output, recent Sev1/2, reports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call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 pipeline and chunking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CSV incidents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each row = one chunk (symptom + cause + fix stay together)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236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3840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326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HTML reports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BeautifulSoup -&gt; Markdown: headings, lists, tables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212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816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302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Structure chunker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never crosses a section; tables kept whole; 800 chars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6188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Context header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'Report title (ID) &gt; Section' prefixed to every chunk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5164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768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254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nomic-embed-text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task prefixes search_document / search_query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4140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974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23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ChromaDB + BM25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hybrid, RRF fusion, metadata filters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2004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Why row-level chunks for incidents: an incident is the unit of evidence - splitting it would separate the symptom from its root cause and resolution. Metadata (category, system, severity, month, amount) enables filtered search, e.g. only duplicate_payment incidents for an RCA about duplicates.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297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Index: 60 incident documents + 19 report/rule chunks. The index stores a fingerprint of the embedding model and chunk settings and rebuilds itself when they change.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roles (RBAC)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029200"/>
                <a:gridCol w="146304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Can run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Amounts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Summary style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payment_analyst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search, rca, recommendation, trend, summary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operations_manager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all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executive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trend, summary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executive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auditor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search, trend, summary (no recommendations)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visible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support_engineer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search, rca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masked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operational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API: X-API-Key header -&gt; role (demo keys in payops/roles.yaml). The authorize node denies intents a role may not run; amounts are masked in output for roles without financial visibility.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Guardrails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Read-only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Commands to release, approve, cancel or re-send payments or change bank details are refused; questions about the process are answered.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Prompt injection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Override / reveal-system-prompt patterns blocked before any LLM call.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Bank data + PII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Account / routing numbers, emails and phones redacted in input and output.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Numeric grounding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number in an answer must exist in the incidents, analytics or question.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Incident-ID grounding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Cited PAY-INC IDs must be in the retrieved evidence - no invented incidents.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 checks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Intent permission + amount masking per role.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Evaluation results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943600"/>
                <a:gridCol w="2926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Intent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accuracy (22 questions, keyword)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hit@6 / MRR / precision@6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/ 1 / 0.833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Guardrails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block precision / recall (12 cases)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 / 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category counts vs independent pandas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7/7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RAGAS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non-LLM context precision / recall (current config)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0.789 / 0.771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RAGAS (LLM judge)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faithfulness on 2 end-to-end answers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judge failed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python -m eval.run_eval  |  python -m eval.ragas_eval --optimize --llm 3  |  python -m eval.langsmith_eval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RAGAS-driven retrieval optimisation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2651760"/>
                <a:gridCol w="2651760"/>
                <a:gridCol w="21031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top_k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Context 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Context 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0.756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vector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0.789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0.781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0.534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0.651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bm25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0.841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0.699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0.789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hybrid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0.794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Recommended: hybrid, top_k=6 - best alternative within 0.01 F1 of current settings - keep current. BM25-only is clearly worse; vector and hybrid tie on this corpus.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Monitoring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LangSmith tracing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agent, LLM call and retrieval traced with tags role:*, channel:*, provider:*.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92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580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58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09016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Feedback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UI buttons / POST /feedback attach user_rating to the LangSmith run.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77200" y="13258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6008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854440" y="14630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Prometheus metrics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GET /metrics: requests by intent/role/outcome, latency histogram, guardrail blocks, intent fallbacks.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Audit log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logs/audit.jsonl: one line per question - role, intent, plan, citations, guardrails, latency.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31292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9580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958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9016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Experiments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eval/langsmith_eval.py runs the labelled set with evaluators in LangSmith.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77200" y="3154680"/>
            <a:ext cx="35356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008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6008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854440" y="3291840"/>
            <a:ext cx="262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Alerts to set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latency, denied/blocked rate, output-guardrail flags, negative feedback.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Code: supervisor wiring (payops/graph.py)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6309360" cy="3110789"/>
          </a:xfrm>
          <a:prstGeom prst="roundRect">
            <a:avLst>
              <a:gd name="adj" fmla="val 235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5852160" cy="278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"rca": ["search_agent", "rca_agent"],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"trend": ["trend_agent"],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["trend_agent", "summary_agent"], ...}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g.add_conditional_edges("guard_input", blocked_or_intent)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g.add_edge("intent_agent", "authorize")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g.add_conditional_edges("supervisor", next_step,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agent_nodes + ["compose"])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agent_nodes: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g.add_edge(a, "supervisor")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g.add_edge("compose", "guard_output")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78040" y="13716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040" y="1371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26680" y="132588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Plan per intent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Intent Agent picks the intent; authorize turns it into an ordered list of agents allowed for the role.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78040" y="256032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7804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726680" y="25146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Supervisor loop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agent returns to the supervisor, which routes to the next agent or to compose.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78040" y="374904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370332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Shared state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Agents write to state.outputs[name]; later agents read earlier outputs (RCA -&gt; Recommendation).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493776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17804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89204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Fallbacks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LLM agent has a deterministic fallback, so an outage degrades, not fails.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Run, test and monitor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3579419"/>
          </a:xfrm>
          <a:prstGeom prst="roundRect">
            <a:avLst>
              <a:gd name="adj" fmla="val 20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10607040" cy="325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01-payment-ops-intelligence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data/generate_data.py            # optional: regenerate sample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payops.ingest                 # build ChromaDB (nomic-embed-text)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payops.api:app --port 8001      # API  -&gt; http://localhost:8001/docs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ui/streamlit_app.py --server.port 8501   # UI -&gt; http://localhost:8501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localhost:8001/ask -H "X-API-Key: analyst-demo-key" -H "Content-Type: application/json"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-d '{"question": "Why are vendors being paid twice and what should we do?"}'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localhost:8001/metrics             # Prometheus metrics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                               # 28 tests, no model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eval.run_eval                 # intent / retrieval / guardrails / analytics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eval.ragas_eval --optimize    # RAGAS + retrieval sweep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 stack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381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Agents / orchestration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LangGraph 1.2 (supervisor pattern), LangChain core 1.6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Models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Ollama llama3.2 (chat), nomic-embed-text (embeddings); Bedrock optional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Retrieval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ChromaDB 1.5 + in-process BM25 (reciprocal rank fusion)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Analytics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pandas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Ingestion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csv, BeautifulSoup (HTML), structure-aware chunker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Serving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FastAPI, Streamlit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Quality / monitoring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pytest, RAGAS 0.4.3, LangSmith, Prometheus-format /metrics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Connect to live incident exports and monitoring reports (scheduled ingestion)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Add a ticketing tool to the Recommendation Agent (create follow-up tasks, still human-approved)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Multi-turn investigations with a LangGraph checkpointer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LLM-judged RAGAS on Bedrock/Claude as a CI quality gate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F2A900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Operations Intelligence</dc:title>
  <dc:subject>PptxGenJS Presentation</dc:subject>
  <dc:creator>PptxGenJS</dc:creator>
  <cp:lastModifiedBy>PptxGenJS</cp:lastModifiedBy>
  <cp:revision>1</cp:revision>
  <dcterms:created xsi:type="dcterms:W3CDTF">2026-10-11T15:00:23Z</dcterms:created>
  <dcterms:modified xsi:type="dcterms:W3CDTF">2026-10-11T15:00:23Z</dcterms:modified>
</cp:coreProperties>
</file>