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generate the HFrEF briefing as strategy_analyst, then as external_consultant (no internal section); open the Extraction tab to show headers removed, the merged table and the figures; ask 'When is CRT-D indicated?' to show an answer that only exists in an image; toggle live data and brief 'atrial fibrillation' from ClinicalTrials.gov. Trade-offs: CPU-only 3B model is slow (minutes); Bedrock fixes latency. Vision captions can misread - flagged, not silently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1554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Briefings in Minutes, Not Days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5836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An AI analyst that turns guidelines, pipelines and internal plans into a cited, structured briefing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326880" y="228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Health system strategy team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Prototype on synthetic 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520440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THE PROBLEM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64792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Every condition review takes days: guideline PDFs, pipeline registries and internal plans are read by hand.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The facts that matter hide in two-column PDFs, multi-page tables and figures that search tools cannot read.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Numbers are re-typed and pipelines go stale; briefings look different every time.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977640"/>
            <a:ext cx="3520440" cy="16916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WHO USES IT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16552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Strategy analysts and service-line directors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Executives (short executive briefing)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Physician advisor; external consultants see public sources only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HOW IT WORKS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1645920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737360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167335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Read complex documents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Two-column PDFs, page-spanning tables, captioned figures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2249424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340864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2340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2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2768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Index with citations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Every chunk keeps its document, section and access level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0" y="2852928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944368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28803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Four agents in parallel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Standard of care | pipeline | key players | internal strategy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0" y="3456432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3547872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06240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4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34838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Counts computed in code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Trials, phases and rankings from the registry, live from ClinicalTrials.gov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0" y="4059936"/>
            <a:ext cx="4069080" cy="475488"/>
          </a:xfrm>
          <a:prstGeom prst="roundRect">
            <a:avLst>
              <a:gd name="adj" fmla="val 1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4151376"/>
            <a:ext cx="292608" cy="29260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408736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One writer, then checks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Numbers and IDs verified against sources; patient advice refused</a:t>
            </a:r>
            <a:endParaRPr lang="en-US" sz="1200" dirty="0"/>
          </a:p>
        </p:txBody>
      </p:sp>
      <p:pic>
        <p:nvPicPr>
          <p:cNvPr id="33" name="Image 0" descr="C:\AI\ai-engineering-portfolio\07-healthcare-condition-briefing\data\extracted\images\CARD-GL-2026_p2_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709160"/>
            <a:ext cx="1471961" cy="100584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5696489" y="4709160"/>
            <a:ext cx="248739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Extracted from page 2 of the guideline PDF and made searchable: 'When is CRT-D indicated?' is answered from this figure.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841248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PROOF FROM THE PROTOTYPE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8412480" y="1645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2100" dirty="0"/>
          </a:p>
        </p:txBody>
      </p:sp>
      <p:sp>
        <p:nvSpPr>
          <p:cNvPr id="37" name="Text 34"/>
          <p:cNvSpPr txBox="1"/>
          <p:nvPr/>
        </p:nvSpPr>
        <p:spPr>
          <a:xfrm>
            <a:off x="9784080" y="1645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PDF extraction checks: headers, columns, merged table, figures, footnotes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12480" y="224942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39" name="Text 36"/>
          <p:cNvSpPr txBox="1"/>
          <p:nvPr/>
        </p:nvSpPr>
        <p:spPr>
          <a:xfrm>
            <a:off x="9784080" y="224942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of 12 test questions found the right source (tables, figures, footnotes)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12480" y="285292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9784080" y="2852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internal documents shown to the external-consultant role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12480" y="34564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43" name="Text 40"/>
          <p:cNvSpPr txBox="1"/>
          <p:nvPr/>
        </p:nvSpPr>
        <p:spPr>
          <a:xfrm>
            <a:off x="9784080" y="3456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guardrail precision and recall (14 cases)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412480" y="4151376"/>
            <a:ext cx="3429000" cy="1609344"/>
          </a:xfrm>
          <a:prstGeom prst="roundRect">
            <a:avLst>
              <a:gd name="adj" fmla="val 34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595360" y="4261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accent1"/>
                </a:solidFill>
              </a:rPr>
              <a:t>BUILT TO BE TRUSTED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8595360" y="4562856"/>
            <a:ext cx="31546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Every bullet cites a numbered source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Counts and rankings computed, not generated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Vision misreads flagged (caught 'Hydralazine' read as 'Hydrochlorothiazide')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Role-based access, PHI redaction, audit log, LangSmith tracing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0" y="5897880"/>
            <a:ext cx="12188952" cy="9601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11480" y="6016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VALUE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411480" y="62727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Briefing prep from days to minutes, one consistent format, and pipeline views that refresh from ClinicalTrials.gov on demand.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7498080" y="6016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NEXT STEP</a:t>
            </a:r>
            <a:endParaRPr lang="en-US" sz="1050" dirty="0"/>
          </a:p>
        </p:txBody>
      </p:sp>
      <p:sp>
        <p:nvSpPr>
          <p:cNvPr id="51" name="Text 48"/>
          <p:cNvSpPr txBox="1"/>
          <p:nvPr/>
        </p:nvSpPr>
        <p:spPr>
          <a:xfrm>
            <a:off x="7498080" y="62727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4-week pilot: 3 service lines, your guideline library, Claude on Amazon Bedrock; measure prep time and analyst edits.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 Pitch">
  <a:themeElements>
    <a:clrScheme name="Portfolio Pitch">
      <a:dk1>
        <a:srgbClr val="1B2430"/>
      </a:dk1>
      <a:lt1>
        <a:srgbClr val="FFFFFF"/>
      </a:lt1>
      <a:dk2>
        <a:srgbClr val="24303D"/>
      </a:dk2>
      <a:lt2>
        <a:srgbClr val="EEF1F4"/>
      </a:lt2>
      <a:accent1>
        <a:srgbClr val="2D9C8F"/>
      </a:accent1>
      <a:accent2>
        <a:srgbClr val="D64933"/>
      </a:accent2>
      <a:accent3>
        <a:srgbClr val="2D7DD2"/>
      </a:accent3>
      <a:accent4>
        <a:srgbClr val="2E9E6B"/>
      </a:accent4>
      <a:accent5>
        <a:srgbClr val="6B7785"/>
      </a:accent5>
      <a:accent6>
        <a:srgbClr val="7A5CC4"/>
      </a:accent6>
      <a:hlink>
        <a:srgbClr val="2D7DD2"/>
      </a:hlink>
      <a:folHlink>
        <a:srgbClr val="7A5CC4"/>
      </a:folHlink>
    </a:clrScheme>
    <a:fontScheme name="Portfolio Pi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 Briefings in Minutes, Not Days</dc:title>
  <dc:subject>PptxGenJS Presentation</dc:subject>
  <dc:creator>PptxGenJS</dc:creator>
  <cp:lastModifiedBy>PptxGenJS</cp:lastModifiedBy>
  <cp:revision>1</cp:revision>
  <dcterms:created xsi:type="dcterms:W3CDTF">2026-10-11T20:41:33Z</dcterms:created>
  <dcterms:modified xsi:type="dcterms:W3CDTF">2026-10-11T20:41:33Z</dcterms:modified>
</cp:coreProperties>
</file>