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ffd5e803-f0fb-db76-050b-415a56c8d1a7}">
          <p14:sldIdLst>
            <p14:sldId id="257"/>
          </p14:sldIdLst>
        </p14:section>
        <p14:section name="Architecture" id="{e24f7380-d0c5-3603-0fb9-0ed1f377bfdd}">
          <p14:sldIdLst>
            <p14:sldId id="258"/>
            <p14:sldId id="259"/>
          </p14:sldIdLst>
        </p14:section>
        <p14:section name="RAG pipeline" id="{7ee9e272-ee28-675c-9cc4-b8d8c6dc221a}">
          <p14:sldIdLst>
            <p14:sldId id="260"/>
          </p14:sldIdLst>
        </p14:section>
        <p14:section name="Security" id="{489b2928-b890-13d2-b64c-64ed71925046}">
          <p14:sldIdLst>
            <p14:sldId id="261"/>
            <p14:sldId id="262"/>
          </p14:sldIdLst>
        </p14:section>
        <p14:section name="Quality" id="{917948b7-ffd0-def3-eea8-810798d35767}">
          <p14:sldIdLst>
            <p14:sldId id="263"/>
            <p14:sldId id="264"/>
          </p14:sldIdLst>
        </p14:section>
        <p14:section name="Operations" id="{ff13989b-55d9-9f23-a03f-46ee90f262bc}">
          <p14:sldIdLst>
            <p14:sldId id="265"/>
          </p14:sldIdLst>
        </p14:section>
        <p14:section name="Run" id="{8574b6d5-0221-8987-3ad1-270561644aa0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Robotics Fleet Assistant | portfolio prototype on synthetic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Robotics Fleet Assistant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Multi-agent diagnostics, predictive maintenance and task optimisation for warehouse robots - LangGraph, LangChain, ChromaDB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Why: keeping a robot fleet productive is reactive today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Failures diagnosed one by one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Battery, sensor, motor, scanner, Wi-Fi and navigation faults look alike on the console.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292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580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9016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Maintenance is calendar-based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Packs fail before the next PM while healthy robots get serviced early.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7720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008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85444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Uneven workload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Some robots queue 14 tasks while others in the same zone sit idle.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Daily reports by hand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Shift leads compile fleet health, incidents and risks manually.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1292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9580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958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9016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Goal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assistant: diagnose, predict, rebalance and summarise - with evidence and numbers from data.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7720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6008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6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85444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Safety first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Never bypass safety systems; advisory only - people execute changes in the fleet console.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Architecture: supervisor + eight agents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7589520" cy="365760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LangGraph supervisor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guard input -&gt; Intent -&gt; authorize (role intents + zones) -&gt; plan -&gt; agents -&gt; guard output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2104" y="224028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Intent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7 workflows + slots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224028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60904" y="224028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Fleet Search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hybrid RAG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224028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9704" y="224028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Diagnostics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probable causes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24028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18504" y="224028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Battery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health slope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352044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" y="352044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Predictive Maint.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risk score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06040" y="352044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60904" y="352044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Task Optimization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rebalancing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34840" y="352044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9704" y="352044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Fleet Status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per zone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52044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18504" y="3520440"/>
            <a:ext cx="1581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Ops Summary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daily report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Data and models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1691640"/>
            <a:ext cx="310896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58784" y="169164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ChromaDB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events (incidents + maintenance) | guide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03920" y="2514600"/>
            <a:ext cx="310896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58784" y="251460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pandas / numpy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battery slope, risk, rebalancing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03920" y="3337560"/>
            <a:ext cx="31089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58784" y="333756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Ollama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llama3.2 + nomic-embed-text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03920" y="4160520"/>
            <a:ext cx="31089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58784" y="416052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Interfaces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API :8002 | UI :8502 | CLI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Plans: diagnostics = [search, diagnostics]; predictive maintenance = [battery, maintenance]; task assignment = [fleet status, task optimization]; summary = [status, battery, maintenance, summary]. Only the final agent calls the LLM for narrative.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Agents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320040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Agent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Job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Data / tools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LLM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Intent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7 workflows; extract robot ID, zone, event type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structured output + keyword fallback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 call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Fleet Search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similar incidents and maintenance records; guide sections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ChromaDB hybrid + metadata filters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Robot Diagnostics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probable cause: battery, sensor, motor, scanner, Wi-Fi, navigation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robot record, events, guide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 call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Battery Analysis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30-day health slope vs replacement policy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battery_telemetry + numpy polyfit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narrates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Predictive Maintenance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risk score from health, cycles, PM age, incidents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pandas + policy chunks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narrates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Task Optimization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move tasks from overloaded to under-used healthy robots in the same zone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pandas rules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narrates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Fleet 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status and utilisation per zone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pandas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Operations Summary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daily health report for ops or executives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all agent outputs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 call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RAG pipeline and chunking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incidents.csv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1 doc per event: symptom, cause, fix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8236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43840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9326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maintenance_logs.csv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1 doc per action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7212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2816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302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troubleshooting guide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sections; error-code table kept whole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6188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7278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metadata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robot, zone, firmware, event type, code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5164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0768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6254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nomic-embed-text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-&gt; ChromaDB events + knowledge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74140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99744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230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hybrid search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vector + BM25, filters, zone scope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2004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Rows are already atomic units of evidence, so CSV records are not split. The guide is chunked by section (700 chars) and its error-code table is one chunk - splitting a table mid-row would separate a code from its fix. Filters narrow retrieval to the robot, event type or the caller's zones before ranking.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Sample roles and zone scope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400800"/>
                <a:gridCol w="2103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Can run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Zones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technician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diagnostics, navigation, battery, predictive maintenance, fleet 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shift_lead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fleet status, task assignment, summary, diagnostics, navigation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fleet_manager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all seven workflows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site_executive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summary (executive style), fleet 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contractor_technician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diagnostics, battery, navigation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Z1-Inbound only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X-API-Key -&gt; role. Zone scope is enforced in authorize (robot outside zone -&gt; denied), in retrieval filters and in analytics.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Guardrails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Safety overrides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Disable/bypass e-stop, lidar, bumpers, safety fields, collision avoidance -&gt; refused.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292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580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9016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Restricted zones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Requests to drive robots into human-only or restricted zones -&gt; refused.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7720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008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85444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Advisory only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Commands to dispatch, reassign, reboot or push firmware -&gt; refused; recommendations allowed.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Grounded output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Numbers from analytics only; robot / event / maintenance IDs must exist in the evidence.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1292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9580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958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9016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Unsafe advice filter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Generated answers suggesting safety bypasses are withheld.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7720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6008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6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85444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Slot grounding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Robot IDs, zones and event types must appear in the question.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Evaluation results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035040"/>
                <a:gridCol w="3017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Intent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accuracy (21 questions, keyword)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91%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Retrieval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hit@10 / MRR / precision@10 (event type)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 / 1 / 0.843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Guardrails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block precision / recall (14 cases)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 / 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Analytics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fast battery decline robots found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3 / 3 correct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Analytics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rebalancing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10 tasks -&gt; R-1031, R-1035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RAGAS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non-LLM context precision / recall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0.855 / 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RAGAS-driven retrieval optimisation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2651760"/>
                <a:gridCol w="2651760"/>
                <a:gridCol w="2103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top_k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Context precision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Context recall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vector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0.916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0.769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0.836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vector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0.855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0.876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vector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0.864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0.927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bm25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0.916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0.775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bm25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0.861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bm25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0.845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0.916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hybrid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0.916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0.775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hybrid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0.874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hybrid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0.855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0.922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Recommended: hybrid, top_k=10 - best alternative within 0.01 F1 of current settings - keep current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Monitoring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35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2621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LangSmith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Traces of every agent and LLM call; tags role, channel, provider; feedback as user_rating.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2920" y="1325880"/>
            <a:ext cx="3535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580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90160" y="1463040"/>
            <a:ext cx="2621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/metrics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fleetops_requests_total{intent,role,outcome}, latency histogram, guardrail blocks, fallbacks.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77200" y="1325880"/>
            <a:ext cx="3535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008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854440" y="1463040"/>
            <a:ext cx="2621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Audit log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logs/audit.jsonl per question and feedback.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Run, test and monitor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2848356"/>
          </a:xfrm>
          <a:prstGeom prst="roundRect">
            <a:avLst>
              <a:gd name="adj" fmla="val 256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90472"/>
            <a:ext cx="10607040" cy="2519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02-robotics-fleet-assistant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fleetops.ingest                       # build ChromaDB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fleetops.api:app --port 8002            # http://localhost:8002/docs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ui/streamlit_app.py --server.port 8502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localhost:8002/ask -H "X-API-Key: tech-demo-key"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-H "Content-Type: application/json" -d '{"question": "Why does R-1007 keep stopping?"}'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-q                                       # 25 tests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eval.run_eval                         # intent / retrieval / guardrails / analytics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eval.ragas_eval --optimize            # RAGAS + sweep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Next steps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Stream live telemetry and fleet-console events into the index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Feed technician feedback into the risk-score weights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566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Approval workflow: shift lead accepts a proposed rebalance in one click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Multi-site roll-out with per-site zone scopes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folio">
  <a:themeElements>
    <a:clrScheme name="Portfolio">
      <a:dk1>
        <a:srgbClr val="1B2430"/>
      </a:dk1>
      <a:lt1>
        <a:srgbClr val="FFFFFF"/>
      </a:lt1>
      <a:dk2>
        <a:srgbClr val="24303D"/>
      </a:dk2>
      <a:lt2>
        <a:srgbClr val="EEF1F4"/>
      </a:lt2>
      <a:accent1>
        <a:srgbClr val="2D7DD2"/>
      </a:accent1>
      <a:accent2>
        <a:srgbClr val="D64933"/>
      </a:accent2>
      <a:accent3>
        <a:srgbClr val="2D7DD2"/>
      </a:accent3>
      <a:accent4>
        <a:srgbClr val="2E9E6B"/>
      </a:accent4>
      <a:accent5>
        <a:srgbClr val="6B7785"/>
      </a:accent5>
      <a:accent6>
        <a:srgbClr val="7A5CC4"/>
      </a:accent6>
      <a:hlink>
        <a:srgbClr val="2D7DD2"/>
      </a:hlink>
      <a:folHlink>
        <a:srgbClr val="7A5CC4"/>
      </a:folHlink>
    </a:clrScheme>
    <a:fontScheme name="Portfoli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Robotics Fleet Assistant</dc:title>
  <dc:subject>PptxGenJS Presentation</dc:subject>
  <dc:creator>PptxGenJS</dc:creator>
  <cp:lastModifiedBy>PptxGenJS</cp:lastModifiedBy>
  <cp:revision>1</cp:revision>
  <dcterms:created xsi:type="dcterms:W3CDTF">2026-10-11T15:00:22Z</dcterms:created>
  <dcterms:modified xsi:type="dcterms:W3CDTF">2026-10-11T15:00:22Z</dcterms:modified>
</cp:coreProperties>
</file>